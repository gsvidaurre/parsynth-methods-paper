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0799" autoAdjust="0"/>
  </p:normalViewPr>
  <p:slideViewPr>
    <p:cSldViewPr snapToGrid="0">
      <p:cViewPr>
        <p:scale>
          <a:sx n="100" d="100"/>
          <a:sy n="100" d="100"/>
        </p:scale>
        <p:origin x="12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BA729-9902-4DC7-B96F-63933738A3F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9BA0E-102D-42C6-8F29-C4B18A37D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32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Information Dataset</a:t>
            </a:r>
          </a:p>
          <a:p>
            <a:r>
              <a:rPr lang="en-US" dirty="0"/>
              <a:t>Group A = Group 1</a:t>
            </a:r>
          </a:p>
          <a:p>
            <a:r>
              <a:rPr lang="en-US" dirty="0"/>
              <a:t>	Individual 1 = Individual 1, calls 1 and 3</a:t>
            </a:r>
          </a:p>
          <a:p>
            <a:r>
              <a:rPr lang="en-US" dirty="0"/>
              <a:t>	Individual 2 = Individual 3, calls 1 and 3</a:t>
            </a:r>
          </a:p>
          <a:p>
            <a:r>
              <a:rPr lang="en-US" dirty="0"/>
              <a:t>Group B = Group 2</a:t>
            </a:r>
          </a:p>
          <a:p>
            <a:r>
              <a:rPr lang="en-US" dirty="0"/>
              <a:t>	Individual 1 = Individual 4, calls 1 and 2</a:t>
            </a:r>
          </a:p>
          <a:p>
            <a:r>
              <a:rPr lang="en-US" dirty="0"/>
              <a:t>	Individual 2 = Individual 6, calls 1 and 2</a:t>
            </a:r>
          </a:p>
          <a:p>
            <a:endParaRPr lang="en-US" dirty="0"/>
          </a:p>
          <a:p>
            <a:r>
              <a:rPr lang="en-US" dirty="0"/>
              <a:t>Individual Information Dataset</a:t>
            </a:r>
          </a:p>
          <a:p>
            <a:r>
              <a:rPr lang="en-US" dirty="0"/>
              <a:t>Group A = Group 4</a:t>
            </a:r>
          </a:p>
          <a:p>
            <a:r>
              <a:rPr lang="en-US" dirty="0"/>
              <a:t>	Individual 1 = Individual 6, calls 2 and 4</a:t>
            </a:r>
          </a:p>
          <a:p>
            <a:r>
              <a:rPr lang="en-US" dirty="0"/>
              <a:t>	Individual 2 = Individual 10, calls 1 and 3</a:t>
            </a:r>
          </a:p>
          <a:p>
            <a:r>
              <a:rPr lang="en-US" dirty="0"/>
              <a:t>Group B = Group 5</a:t>
            </a:r>
          </a:p>
          <a:p>
            <a:r>
              <a:rPr lang="en-US" dirty="0"/>
              <a:t>	Individual 1 = Individual 9, calls 4 and 5</a:t>
            </a:r>
          </a:p>
          <a:p>
            <a:r>
              <a:rPr lang="en-US" dirty="0"/>
              <a:t>	Individual 2 = individual 10, calls 4 and 5</a:t>
            </a:r>
          </a:p>
          <a:p>
            <a:endParaRPr lang="en-US" dirty="0"/>
          </a:p>
          <a:p>
            <a:r>
              <a:rPr lang="en-US" dirty="0"/>
              <a:t>Remove frequence and time on individual specs and add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BA0E-102D-42C6-8F29-C4B18A37D9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40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A9271-D17F-9654-303B-8DBEB3A7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A25A6-0F25-E7CA-31A3-0E6A30677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8C8FF-DD94-B9C9-D22D-9482138A7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Information Dataset</a:t>
            </a:r>
          </a:p>
          <a:p>
            <a:r>
              <a:rPr lang="en-US" dirty="0"/>
              <a:t>Group A = Group 1</a:t>
            </a:r>
          </a:p>
          <a:p>
            <a:r>
              <a:rPr lang="en-US" dirty="0"/>
              <a:t>	Individual 1 = Individual 1, calls 1 and 3</a:t>
            </a:r>
          </a:p>
          <a:p>
            <a:r>
              <a:rPr lang="en-US" dirty="0"/>
              <a:t>	Individual 2 = Individual 3, calls 1 and 3</a:t>
            </a:r>
          </a:p>
          <a:p>
            <a:r>
              <a:rPr lang="en-US" dirty="0"/>
              <a:t>Group B = Group 2</a:t>
            </a:r>
          </a:p>
          <a:p>
            <a:r>
              <a:rPr lang="en-US" dirty="0"/>
              <a:t>	Individual 1 = Individual 4, calls 1 and 2</a:t>
            </a:r>
          </a:p>
          <a:p>
            <a:r>
              <a:rPr lang="en-US" dirty="0"/>
              <a:t>	Individual 2 = Individual 6, calls 1 and 2</a:t>
            </a:r>
          </a:p>
          <a:p>
            <a:endParaRPr lang="en-US" dirty="0"/>
          </a:p>
          <a:p>
            <a:r>
              <a:rPr lang="en-US" dirty="0"/>
              <a:t>Individual Information Dataset</a:t>
            </a:r>
          </a:p>
          <a:p>
            <a:r>
              <a:rPr lang="en-US" dirty="0"/>
              <a:t>Group A = Group 4</a:t>
            </a:r>
          </a:p>
          <a:p>
            <a:r>
              <a:rPr lang="en-US" dirty="0"/>
              <a:t>	Individual 1 = Individual 6, calls 2 and 4</a:t>
            </a:r>
          </a:p>
          <a:p>
            <a:r>
              <a:rPr lang="en-US" dirty="0"/>
              <a:t>	Individual 2 = Individual 10, calls 1 and 3</a:t>
            </a:r>
          </a:p>
          <a:p>
            <a:r>
              <a:rPr lang="en-US" dirty="0"/>
              <a:t>Group B = Group 5</a:t>
            </a:r>
          </a:p>
          <a:p>
            <a:r>
              <a:rPr lang="en-US" dirty="0"/>
              <a:t>	Individual 1 = Individual 9, calls 4 and 5</a:t>
            </a:r>
          </a:p>
          <a:p>
            <a:r>
              <a:rPr lang="en-US" dirty="0"/>
              <a:t>	Individual 2 = individual 10, calls 4 and 5</a:t>
            </a:r>
          </a:p>
          <a:p>
            <a:endParaRPr lang="en-US" dirty="0"/>
          </a:p>
          <a:p>
            <a:r>
              <a:rPr lang="en-US" dirty="0"/>
              <a:t>Remove frequence and time on individual specs and add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7C8B6-EAFC-FDA1-E04D-0CFAA8094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BA0E-102D-42C6-8F29-C4B18A37D9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79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EA1C-9AFB-2BF2-99E6-3DF36C827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C6C81-0EB7-B35D-02DD-C0CA1C8DB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CD26E-526B-ACC2-D302-F45BF7FD2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B4964-8A71-532C-9EEC-82756E3CA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393C9-51CA-4DAF-1D31-6D3B5BA9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AB29B-86B7-0A00-E14F-46809A70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54821-255B-55D2-0F66-8DAF886DE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23177-8624-212A-D463-3EB809D6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61272-E514-4C0F-C346-996DAFF2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0FD48-6D90-0CEE-2C0B-20768077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16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1B06-9299-214C-6996-FB34D9AA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FEA5D-AD2D-B51C-4455-5E40F8657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2E256-5A6D-13BA-ADF6-AA64B322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FC77-06DF-1623-3D8D-F38BAAEC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51452-24E6-B55C-E2B1-0EBB644A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3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63-3834-574E-4E0B-04E2C606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D024-EC47-7EBF-ACC6-9C2582F23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A6B23-0A17-AFC8-9B49-0A45857AC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63EC6-664B-51E7-1E4E-7951087BF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2EA43-2258-8ADE-698E-801E614F5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BF1A1-7EA2-AED1-D0A8-1CA5F614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99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68C4E-ADB0-C9FF-CE6B-636976C75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9C0DE-C644-F7F4-8BE7-0400929A9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3448C-5C51-CB85-A17F-3BD1FE253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704AC7-7953-076B-5179-5676CCD1D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02E526-9F91-4F32-935F-5C3488199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5360E-F7A6-C7D5-2B89-B0C93A13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A32709-5959-AF7C-1B56-06D5D032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2F0DDF-D640-FFD6-192F-1A5B49C6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7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2B20F-81BA-85AF-3F92-F0F9A4963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A5B0B-B4C3-A983-3663-BF5E79711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31F3E-A82D-A0D8-D21A-336B00B13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BE86A-98A4-D48E-E00F-1E3CECC2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4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AF1FEF-A6F0-FB4D-9402-59BDE8F23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0C5E7-95B7-70C4-96C8-70EBFB36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D9541-6B41-D603-494A-1F97E6F75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8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C703A-BBA1-4DB3-F755-88513530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7E2A-0ED0-B447-1989-C2AED8139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ECCBD-0C20-6AD5-0CE2-3EF088EFE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BD7C1-562B-321F-1820-0582E3B6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8BB7A-C773-49EF-1697-98F8976DE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52697-C606-B2E1-139D-7714737C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5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0E418-9C8D-170F-B754-66506B293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13E2C-2616-D17C-7428-B2C94519E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38FE0-5C75-6B80-26B9-16B18897B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8A324-8417-9938-C839-7FDE526F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35B0B-C2C1-AD88-3441-39F632DC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8415A-86CF-F660-90CC-25F23A717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5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1180-E102-A4A7-463D-D480263BD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81992-CA92-444E-02EF-2C23804A9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FE349-895A-165E-6366-F3FEBD9A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BA92E-1B0E-F186-F043-6BD071EA4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80DAB-44D6-BF83-9000-110EBB2E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3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F76296-531B-149E-7B6B-C7F3676B5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90BEE-342C-33B5-60C2-F4B41FB1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B3691-88CA-BB2E-4EE5-34C3C5D67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B1B9C-75C7-A4F0-2AE0-487516BC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4FAF8-E066-6DC8-B5EE-34398A6E3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7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D5AC20-7A7C-7F5C-D3BD-42694D89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C377A-A406-4291-1702-791975426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F32A9-A5EC-4D1D-DB7A-B1F71B2B1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8D5D8-4135-4175-B7B7-08DF217DB43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39484-F870-4622-5B78-73F971D60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CBC90-2C94-52E6-EAA3-4027D2925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4CD60-DD69-451F-A8BD-97E8548E9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0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E3B94C-0796-E3FA-30A6-425E8A18439B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F8229C-A274-B7C0-DC58-00880817B2A0}"/>
              </a:ext>
            </a:extLst>
          </p:cNvPr>
          <p:cNvSpPr/>
          <p:nvPr/>
        </p:nvSpPr>
        <p:spPr>
          <a:xfrm>
            <a:off x="6068896" y="-2931"/>
            <a:ext cx="6064490" cy="686093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90E55F-9A5F-40C8-E9A6-6D4568D151E8}"/>
              </a:ext>
            </a:extLst>
          </p:cNvPr>
          <p:cNvSpPr/>
          <p:nvPr/>
        </p:nvSpPr>
        <p:spPr>
          <a:xfrm>
            <a:off x="328247" y="79129"/>
            <a:ext cx="2778370" cy="6544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E664BA-E327-1E2A-2B2E-CEBCA63E85E7}"/>
              </a:ext>
            </a:extLst>
          </p:cNvPr>
          <p:cNvSpPr/>
          <p:nvPr/>
        </p:nvSpPr>
        <p:spPr>
          <a:xfrm>
            <a:off x="3176955" y="79129"/>
            <a:ext cx="2848707" cy="6544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407F5F-2B09-B0DB-2E73-B6BF08DDBAAC}"/>
              </a:ext>
            </a:extLst>
          </p:cNvPr>
          <p:cNvSpPr/>
          <p:nvPr/>
        </p:nvSpPr>
        <p:spPr>
          <a:xfrm>
            <a:off x="6353908" y="79129"/>
            <a:ext cx="2778370" cy="65444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034FD-3FA9-4C88-4A84-21EB4F7652B4}"/>
              </a:ext>
            </a:extLst>
          </p:cNvPr>
          <p:cNvSpPr/>
          <p:nvPr/>
        </p:nvSpPr>
        <p:spPr>
          <a:xfrm>
            <a:off x="9202616" y="79129"/>
            <a:ext cx="2848707" cy="65444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3233F-5F4C-8D10-5DF9-115BC594DD36}"/>
              </a:ext>
            </a:extLst>
          </p:cNvPr>
          <p:cNvSpPr/>
          <p:nvPr/>
        </p:nvSpPr>
        <p:spPr>
          <a:xfrm>
            <a:off x="656205" y="3288327"/>
            <a:ext cx="2338754" cy="32883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858C86-B552-653C-2B35-E9D29441C93C}"/>
              </a:ext>
            </a:extLst>
          </p:cNvPr>
          <p:cNvSpPr/>
          <p:nvPr/>
        </p:nvSpPr>
        <p:spPr>
          <a:xfrm>
            <a:off x="656205" y="140679"/>
            <a:ext cx="2338754" cy="3100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EDE53C-08D6-591D-B8F9-98A2F105BAED}"/>
              </a:ext>
            </a:extLst>
          </p:cNvPr>
          <p:cNvSpPr/>
          <p:nvPr/>
        </p:nvSpPr>
        <p:spPr>
          <a:xfrm>
            <a:off x="3499051" y="3288327"/>
            <a:ext cx="2338754" cy="32883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A8F75C-6031-3334-4BF8-54C843EFD2BE}"/>
              </a:ext>
            </a:extLst>
          </p:cNvPr>
          <p:cNvSpPr/>
          <p:nvPr/>
        </p:nvSpPr>
        <p:spPr>
          <a:xfrm>
            <a:off x="3499051" y="140679"/>
            <a:ext cx="2338754" cy="3100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graph of a frequency&#10;&#10;AI-generated content may be incorrect.">
            <a:extLst>
              <a:ext uri="{FF2B5EF4-FFF2-40B4-BE49-F238E27FC236}">
                <a16:creationId xmlns:a16="http://schemas.microsoft.com/office/drawing/2014/main" id="{D7BA38FC-FE08-F93B-D798-CAA99EFB6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82" y="234461"/>
            <a:ext cx="1508760" cy="1508760"/>
          </a:xfrm>
          <a:prstGeom prst="rect">
            <a:avLst/>
          </a:prstGeom>
        </p:spPr>
      </p:pic>
      <p:pic>
        <p:nvPicPr>
          <p:cNvPr id="30" name="Picture 29" descr="A graph of a frequency&#10;&#10;AI-generated content may be incorrect.">
            <a:extLst>
              <a:ext uri="{FF2B5EF4-FFF2-40B4-BE49-F238E27FC236}">
                <a16:creationId xmlns:a16="http://schemas.microsoft.com/office/drawing/2014/main" id="{93A79C8E-5860-4E97-D078-D5329BC952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39" y="1691057"/>
            <a:ext cx="1508760" cy="1508760"/>
          </a:xfrm>
          <a:prstGeom prst="rect">
            <a:avLst/>
          </a:prstGeom>
        </p:spPr>
      </p:pic>
      <p:pic>
        <p:nvPicPr>
          <p:cNvPr id="32" name="Picture 31" descr="A graph of a frequency&#10;&#10;AI-generated content may be incorrect.">
            <a:extLst>
              <a:ext uri="{FF2B5EF4-FFF2-40B4-BE49-F238E27FC236}">
                <a16:creationId xmlns:a16="http://schemas.microsoft.com/office/drawing/2014/main" id="{B4DBA10E-7E6E-E899-6956-C07796747B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31" y="3351334"/>
            <a:ext cx="1508760" cy="1508760"/>
          </a:xfrm>
          <a:prstGeom prst="rect">
            <a:avLst/>
          </a:prstGeom>
        </p:spPr>
      </p:pic>
      <p:pic>
        <p:nvPicPr>
          <p:cNvPr id="34" name="Picture 33" descr="A graph of a frequency&#10;&#10;AI-generated content may be incorrect.">
            <a:extLst>
              <a:ext uri="{FF2B5EF4-FFF2-40B4-BE49-F238E27FC236}">
                <a16:creationId xmlns:a16="http://schemas.microsoft.com/office/drawing/2014/main" id="{6FB7E41B-BACD-EC3B-62FF-5AB1BA9CBC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315" y="4896628"/>
            <a:ext cx="1508760" cy="1508760"/>
          </a:xfrm>
          <a:prstGeom prst="rect">
            <a:avLst/>
          </a:prstGeom>
        </p:spPr>
      </p:pic>
      <p:pic>
        <p:nvPicPr>
          <p:cNvPr id="36" name="Picture 35" descr="A graph of a frequency&#10;&#10;AI-generated content may be incorrect.">
            <a:extLst>
              <a:ext uri="{FF2B5EF4-FFF2-40B4-BE49-F238E27FC236}">
                <a16:creationId xmlns:a16="http://schemas.microsoft.com/office/drawing/2014/main" id="{32237FCD-86E6-BF64-0086-9FE126CC21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48" y="203962"/>
            <a:ext cx="1508760" cy="1508760"/>
          </a:xfrm>
          <a:prstGeom prst="rect">
            <a:avLst/>
          </a:prstGeom>
        </p:spPr>
      </p:pic>
      <p:pic>
        <p:nvPicPr>
          <p:cNvPr id="38" name="Picture 37" descr="A graph of a frequency&#10;&#10;AI-generated content may be incorrect.">
            <a:extLst>
              <a:ext uri="{FF2B5EF4-FFF2-40B4-BE49-F238E27FC236}">
                <a16:creationId xmlns:a16="http://schemas.microsoft.com/office/drawing/2014/main" id="{C0640E34-8C51-0AA0-9ED3-EB8002F795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281" y="1652615"/>
            <a:ext cx="1508760" cy="1508760"/>
          </a:xfrm>
          <a:prstGeom prst="rect">
            <a:avLst/>
          </a:prstGeom>
        </p:spPr>
      </p:pic>
      <p:pic>
        <p:nvPicPr>
          <p:cNvPr id="40" name="Picture 39" descr="A graph of a frequency&#10;&#10;AI-generated content may be incorrect.">
            <a:extLst>
              <a:ext uri="{FF2B5EF4-FFF2-40B4-BE49-F238E27FC236}">
                <a16:creationId xmlns:a16="http://schemas.microsoft.com/office/drawing/2014/main" id="{BC6106AE-F13B-6B87-AE2D-BBD4412449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319" y="3320565"/>
            <a:ext cx="1508760" cy="1508760"/>
          </a:xfrm>
          <a:prstGeom prst="rect">
            <a:avLst/>
          </a:prstGeom>
        </p:spPr>
      </p:pic>
      <p:pic>
        <p:nvPicPr>
          <p:cNvPr id="42" name="Picture 41" descr="A graph of a frequency&#10;&#10;AI-generated content may be incorrect.">
            <a:extLst>
              <a:ext uri="{FF2B5EF4-FFF2-40B4-BE49-F238E27FC236}">
                <a16:creationId xmlns:a16="http://schemas.microsoft.com/office/drawing/2014/main" id="{F2135945-4ED3-56BE-A53D-049682EC7B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043" y="4860094"/>
            <a:ext cx="1508760" cy="150876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CAB30BA-F414-7352-E8CF-B4ABC0838103}"/>
              </a:ext>
            </a:extLst>
          </p:cNvPr>
          <p:cNvSpPr txBox="1"/>
          <p:nvPr/>
        </p:nvSpPr>
        <p:spPr>
          <a:xfrm rot="16200000">
            <a:off x="-878467" y="2857624"/>
            <a:ext cx="206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Info Dataset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351DDF-8F31-BED3-0FEA-2CB63E39AE70}"/>
              </a:ext>
            </a:extLst>
          </p:cNvPr>
          <p:cNvSpPr txBox="1"/>
          <p:nvPr/>
        </p:nvSpPr>
        <p:spPr>
          <a:xfrm rot="16200000">
            <a:off x="4957064" y="3242868"/>
            <a:ext cx="2459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Info Dataset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C42D65-0743-3109-DD76-28E4B456E84C}"/>
              </a:ext>
            </a:extLst>
          </p:cNvPr>
          <p:cNvSpPr txBox="1"/>
          <p:nvPr/>
        </p:nvSpPr>
        <p:spPr>
          <a:xfrm rot="16200000">
            <a:off x="3553" y="3056770"/>
            <a:ext cx="989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 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ACB977-4428-706A-C3FC-544284123F80}"/>
              </a:ext>
            </a:extLst>
          </p:cNvPr>
          <p:cNvSpPr txBox="1"/>
          <p:nvPr/>
        </p:nvSpPr>
        <p:spPr>
          <a:xfrm rot="16200000">
            <a:off x="2826147" y="3015151"/>
            <a:ext cx="992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 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07655E-8DAB-F6F7-5200-F62BA3BF22C4}"/>
              </a:ext>
            </a:extLst>
          </p:cNvPr>
          <p:cNvSpPr txBox="1"/>
          <p:nvPr/>
        </p:nvSpPr>
        <p:spPr>
          <a:xfrm>
            <a:off x="3990414" y="145249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850BFF-0C0D-3D40-25BE-0242747EF495}"/>
              </a:ext>
            </a:extLst>
          </p:cNvPr>
          <p:cNvSpPr txBox="1"/>
          <p:nvPr/>
        </p:nvSpPr>
        <p:spPr>
          <a:xfrm>
            <a:off x="1240950" y="161318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41F78F-B5B8-1FEA-C72F-C14515684924}"/>
              </a:ext>
            </a:extLst>
          </p:cNvPr>
          <p:cNvSpPr txBox="1"/>
          <p:nvPr/>
        </p:nvSpPr>
        <p:spPr>
          <a:xfrm>
            <a:off x="1201640" y="328426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EEE827-9772-9ECD-9525-39D828366DFD}"/>
              </a:ext>
            </a:extLst>
          </p:cNvPr>
          <p:cNvSpPr txBox="1"/>
          <p:nvPr/>
        </p:nvSpPr>
        <p:spPr>
          <a:xfrm>
            <a:off x="4027048" y="325645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D8CE54-6FF4-69C9-0773-562CB1A73597}"/>
              </a:ext>
            </a:extLst>
          </p:cNvPr>
          <p:cNvSpPr/>
          <p:nvPr/>
        </p:nvSpPr>
        <p:spPr>
          <a:xfrm>
            <a:off x="6682153" y="3288326"/>
            <a:ext cx="2338754" cy="32883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E95E3B-CDA3-F62F-2774-4AEF998F26EE}"/>
              </a:ext>
            </a:extLst>
          </p:cNvPr>
          <p:cNvSpPr/>
          <p:nvPr/>
        </p:nvSpPr>
        <p:spPr>
          <a:xfrm>
            <a:off x="6682153" y="140678"/>
            <a:ext cx="2338754" cy="3100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FF574E6-98FE-94F7-8A62-F2F7928660D6}"/>
              </a:ext>
            </a:extLst>
          </p:cNvPr>
          <p:cNvSpPr/>
          <p:nvPr/>
        </p:nvSpPr>
        <p:spPr>
          <a:xfrm>
            <a:off x="9524999" y="3288326"/>
            <a:ext cx="2338754" cy="32883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121858-12D1-1C91-0BE9-7233F1C19E18}"/>
              </a:ext>
            </a:extLst>
          </p:cNvPr>
          <p:cNvSpPr/>
          <p:nvPr/>
        </p:nvSpPr>
        <p:spPr>
          <a:xfrm>
            <a:off x="9524999" y="140678"/>
            <a:ext cx="2338754" cy="3100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DC7C0D-8205-CBD8-DC22-66D51B774DA5}"/>
              </a:ext>
            </a:extLst>
          </p:cNvPr>
          <p:cNvSpPr txBox="1"/>
          <p:nvPr/>
        </p:nvSpPr>
        <p:spPr>
          <a:xfrm rot="16200000">
            <a:off x="6029501" y="3056769"/>
            <a:ext cx="989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 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B32145-12A2-E551-DB36-A2A569B2FC3F}"/>
              </a:ext>
            </a:extLst>
          </p:cNvPr>
          <p:cNvSpPr txBox="1"/>
          <p:nvPr/>
        </p:nvSpPr>
        <p:spPr>
          <a:xfrm rot="16200000">
            <a:off x="8852095" y="3015150"/>
            <a:ext cx="992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 B</a:t>
            </a:r>
          </a:p>
        </p:txBody>
      </p:sp>
      <p:pic>
        <p:nvPicPr>
          <p:cNvPr id="62" name="Picture 61" descr="A graph of a frequency&#10;&#10;AI-generated content may be incorrect.">
            <a:extLst>
              <a:ext uri="{FF2B5EF4-FFF2-40B4-BE49-F238E27FC236}">
                <a16:creationId xmlns:a16="http://schemas.microsoft.com/office/drawing/2014/main" id="{242EC50E-6AF9-DC44-B138-6E98BB4F23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894" y="3387868"/>
            <a:ext cx="1508760" cy="150876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B0B38E5D-5ABA-F635-4196-F22B11B8EC6B}"/>
              </a:ext>
            </a:extLst>
          </p:cNvPr>
          <p:cNvSpPr txBox="1"/>
          <p:nvPr/>
        </p:nvSpPr>
        <p:spPr>
          <a:xfrm>
            <a:off x="10052996" y="325645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2</a:t>
            </a:r>
          </a:p>
        </p:txBody>
      </p:sp>
      <p:pic>
        <p:nvPicPr>
          <p:cNvPr id="64" name="Picture 63" descr="A graph showing a number of frequency&#10;&#10;AI-generated content may be incorrect.">
            <a:extLst>
              <a:ext uri="{FF2B5EF4-FFF2-40B4-BE49-F238E27FC236}">
                <a16:creationId xmlns:a16="http://schemas.microsoft.com/office/drawing/2014/main" id="{159271CE-679C-88F7-B0BD-350C797550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362" y="4957298"/>
            <a:ext cx="1508760" cy="1508760"/>
          </a:xfrm>
          <a:prstGeom prst="rect">
            <a:avLst/>
          </a:prstGeom>
        </p:spPr>
      </p:pic>
      <p:pic>
        <p:nvPicPr>
          <p:cNvPr id="66" name="Picture 65" descr="A graph showing a number of frequency&#10;&#10;AI-generated content may be incorrect.">
            <a:extLst>
              <a:ext uri="{FF2B5EF4-FFF2-40B4-BE49-F238E27FC236}">
                <a16:creationId xmlns:a16="http://schemas.microsoft.com/office/drawing/2014/main" id="{17F28306-1068-7ED0-C54B-F77502AE84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896" y="1691057"/>
            <a:ext cx="1508760" cy="1508760"/>
          </a:xfrm>
          <a:prstGeom prst="rect">
            <a:avLst/>
          </a:prstGeom>
        </p:spPr>
      </p:pic>
      <p:pic>
        <p:nvPicPr>
          <p:cNvPr id="68" name="Picture 67" descr="A graph showing a number of frequency&#10;&#10;AI-generated content may be incorrect.">
            <a:extLst>
              <a:ext uri="{FF2B5EF4-FFF2-40B4-BE49-F238E27FC236}">
                <a16:creationId xmlns:a16="http://schemas.microsoft.com/office/drawing/2014/main" id="{6120368A-8965-70DB-E971-4212FDBA9D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031" y="283020"/>
            <a:ext cx="1508760" cy="150876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48C8CE7-E681-F77C-07E2-AE5A838E779E}"/>
              </a:ext>
            </a:extLst>
          </p:cNvPr>
          <p:cNvSpPr txBox="1"/>
          <p:nvPr/>
        </p:nvSpPr>
        <p:spPr>
          <a:xfrm>
            <a:off x="10016362" y="145248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1</a:t>
            </a:r>
          </a:p>
        </p:txBody>
      </p:sp>
      <p:pic>
        <p:nvPicPr>
          <p:cNvPr id="72" name="Picture 71" descr="A graph of a frequency&#10;&#10;AI-generated content may be incorrect.">
            <a:extLst>
              <a:ext uri="{FF2B5EF4-FFF2-40B4-BE49-F238E27FC236}">
                <a16:creationId xmlns:a16="http://schemas.microsoft.com/office/drawing/2014/main" id="{2E6785F2-CE5D-A13D-97A5-E1064C65212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409" y="3448538"/>
            <a:ext cx="1508760" cy="1508760"/>
          </a:xfrm>
          <a:prstGeom prst="rect">
            <a:avLst/>
          </a:prstGeom>
        </p:spPr>
      </p:pic>
      <p:pic>
        <p:nvPicPr>
          <p:cNvPr id="74" name="Picture 73" descr="A graph of a frequency&#10;&#10;AI-generated content may be incorrect.">
            <a:extLst>
              <a:ext uri="{FF2B5EF4-FFF2-40B4-BE49-F238E27FC236}">
                <a16:creationId xmlns:a16="http://schemas.microsoft.com/office/drawing/2014/main" id="{C45122E0-1F03-34E5-49DF-47A0FCF5344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255" y="4932486"/>
            <a:ext cx="1508760" cy="150876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73CA8BF7-3641-F0CF-A399-22976518A892}"/>
              </a:ext>
            </a:extLst>
          </p:cNvPr>
          <p:cNvSpPr txBox="1"/>
          <p:nvPr/>
        </p:nvSpPr>
        <p:spPr>
          <a:xfrm>
            <a:off x="7227588" y="3284259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2</a:t>
            </a:r>
          </a:p>
        </p:txBody>
      </p:sp>
      <p:pic>
        <p:nvPicPr>
          <p:cNvPr id="76" name="Picture 75" descr="A graph of a frequency&#10;&#10;AI-generated content may be incorrect.">
            <a:extLst>
              <a:ext uri="{FF2B5EF4-FFF2-40B4-BE49-F238E27FC236}">
                <a16:creationId xmlns:a16="http://schemas.microsoft.com/office/drawing/2014/main" id="{EEBC79C6-EC26-D0F5-2D2E-35777C85A77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455" y="234461"/>
            <a:ext cx="1508760" cy="1508760"/>
          </a:xfrm>
          <a:prstGeom prst="rect">
            <a:avLst/>
          </a:prstGeom>
        </p:spPr>
      </p:pic>
      <p:pic>
        <p:nvPicPr>
          <p:cNvPr id="78" name="Picture 77" descr="A graph of a frequency&#10;&#10;AI-generated content may be incorrect.">
            <a:extLst>
              <a:ext uri="{FF2B5EF4-FFF2-40B4-BE49-F238E27FC236}">
                <a16:creationId xmlns:a16="http://schemas.microsoft.com/office/drawing/2014/main" id="{CE56BCA5-DA4F-D5E3-D18F-6BAE1073A7C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783" y="1631437"/>
            <a:ext cx="1508760" cy="150876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23DA60B-162F-4F65-E154-97AF10EE1257}"/>
              </a:ext>
            </a:extLst>
          </p:cNvPr>
          <p:cNvSpPr txBox="1"/>
          <p:nvPr/>
        </p:nvSpPr>
        <p:spPr>
          <a:xfrm>
            <a:off x="7266898" y="16131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1</a:t>
            </a:r>
          </a:p>
        </p:txBody>
      </p:sp>
    </p:spTree>
    <p:extLst>
      <p:ext uri="{BB962C8B-B14F-4D97-AF65-F5344CB8AC3E}">
        <p14:creationId xmlns:p14="http://schemas.microsoft.com/office/powerpoint/2010/main" val="2524006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6DCEC-1BA3-CCDB-7C4C-083F71687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699B2D-232D-A572-3647-FF11E6F89C66}"/>
              </a:ext>
            </a:extLst>
          </p:cNvPr>
          <p:cNvSpPr/>
          <p:nvPr/>
        </p:nvSpPr>
        <p:spPr>
          <a:xfrm>
            <a:off x="328247" y="79129"/>
            <a:ext cx="2778370" cy="6544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E982A0-846D-E18B-2205-1EA4241A94F1}"/>
              </a:ext>
            </a:extLst>
          </p:cNvPr>
          <p:cNvSpPr/>
          <p:nvPr/>
        </p:nvSpPr>
        <p:spPr>
          <a:xfrm>
            <a:off x="7987080" y="12055"/>
            <a:ext cx="2848707" cy="65444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56016E-E38A-6BE1-3F1E-B59297D53AA8}"/>
              </a:ext>
            </a:extLst>
          </p:cNvPr>
          <p:cNvSpPr/>
          <p:nvPr/>
        </p:nvSpPr>
        <p:spPr>
          <a:xfrm>
            <a:off x="656204" y="3288328"/>
            <a:ext cx="3755145" cy="17318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84A1A2-C01E-3376-BED1-B5B36E92A0A2}"/>
              </a:ext>
            </a:extLst>
          </p:cNvPr>
          <p:cNvSpPr/>
          <p:nvPr/>
        </p:nvSpPr>
        <p:spPr>
          <a:xfrm>
            <a:off x="682938" y="140679"/>
            <a:ext cx="3755146" cy="1859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ADFD8D-8D27-4EFC-B813-C4B7AC471405}"/>
              </a:ext>
            </a:extLst>
          </p:cNvPr>
          <p:cNvSpPr/>
          <p:nvPr/>
        </p:nvSpPr>
        <p:spPr>
          <a:xfrm>
            <a:off x="8330927" y="3221253"/>
            <a:ext cx="2338754" cy="3288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E9B0BD-5C62-7611-E188-6ECB0A87FAD9}"/>
              </a:ext>
            </a:extLst>
          </p:cNvPr>
          <p:cNvSpPr/>
          <p:nvPr/>
        </p:nvSpPr>
        <p:spPr>
          <a:xfrm>
            <a:off x="8330927" y="73605"/>
            <a:ext cx="2338754" cy="3100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graph of a frequency&#10;&#10;AI-generated content may be incorrect.">
            <a:extLst>
              <a:ext uri="{FF2B5EF4-FFF2-40B4-BE49-F238E27FC236}">
                <a16:creationId xmlns:a16="http://schemas.microsoft.com/office/drawing/2014/main" id="{0681269C-027E-2FC8-73F1-FB4103544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82" y="234461"/>
            <a:ext cx="1508760" cy="1508760"/>
          </a:xfrm>
          <a:prstGeom prst="rect">
            <a:avLst/>
          </a:prstGeom>
        </p:spPr>
      </p:pic>
      <p:pic>
        <p:nvPicPr>
          <p:cNvPr id="30" name="Picture 29" descr="A graph of a frequency&#10;&#10;AI-generated content may be incorrect.">
            <a:extLst>
              <a:ext uri="{FF2B5EF4-FFF2-40B4-BE49-F238E27FC236}">
                <a16:creationId xmlns:a16="http://schemas.microsoft.com/office/drawing/2014/main" id="{4D8ED00B-F9E6-C1FD-9E20-EAE653AC7C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175" y="234461"/>
            <a:ext cx="1508760" cy="1508760"/>
          </a:xfrm>
          <a:prstGeom prst="rect">
            <a:avLst/>
          </a:prstGeom>
        </p:spPr>
      </p:pic>
      <p:pic>
        <p:nvPicPr>
          <p:cNvPr id="32" name="Picture 31" descr="A graph of a frequency&#10;&#10;AI-generated content may be incorrect.">
            <a:extLst>
              <a:ext uri="{FF2B5EF4-FFF2-40B4-BE49-F238E27FC236}">
                <a16:creationId xmlns:a16="http://schemas.microsoft.com/office/drawing/2014/main" id="{01787C05-B8FE-C3E7-4EC8-1E8A3AF10F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31" y="3351334"/>
            <a:ext cx="1508760" cy="1508760"/>
          </a:xfrm>
          <a:prstGeom prst="rect">
            <a:avLst/>
          </a:prstGeom>
        </p:spPr>
      </p:pic>
      <p:pic>
        <p:nvPicPr>
          <p:cNvPr id="34" name="Picture 33" descr="A graph of a frequency&#10;&#10;AI-generated content may be incorrect.">
            <a:extLst>
              <a:ext uri="{FF2B5EF4-FFF2-40B4-BE49-F238E27FC236}">
                <a16:creationId xmlns:a16="http://schemas.microsoft.com/office/drawing/2014/main" id="{2F3AB814-8CC5-750A-225E-29B0B4D839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147" y="3423727"/>
            <a:ext cx="1508760" cy="1508760"/>
          </a:xfrm>
          <a:prstGeom prst="rect">
            <a:avLst/>
          </a:prstGeom>
        </p:spPr>
      </p:pic>
      <p:pic>
        <p:nvPicPr>
          <p:cNvPr id="36" name="Picture 35" descr="A graph of a frequency&#10;&#10;AI-generated content may be incorrect.">
            <a:extLst>
              <a:ext uri="{FF2B5EF4-FFF2-40B4-BE49-F238E27FC236}">
                <a16:creationId xmlns:a16="http://schemas.microsoft.com/office/drawing/2014/main" id="{1904457B-1F80-371F-7390-0BF69FBC78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173" y="136888"/>
            <a:ext cx="1508760" cy="1508760"/>
          </a:xfrm>
          <a:prstGeom prst="rect">
            <a:avLst/>
          </a:prstGeom>
        </p:spPr>
      </p:pic>
      <p:pic>
        <p:nvPicPr>
          <p:cNvPr id="38" name="Picture 37" descr="A graph of a frequency&#10;&#10;AI-generated content may be incorrect.">
            <a:extLst>
              <a:ext uri="{FF2B5EF4-FFF2-40B4-BE49-F238E27FC236}">
                <a16:creationId xmlns:a16="http://schemas.microsoft.com/office/drawing/2014/main" id="{7433A660-22A1-DB81-A87B-41A6286AAE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406" y="1585541"/>
            <a:ext cx="1508760" cy="1508760"/>
          </a:xfrm>
          <a:prstGeom prst="rect">
            <a:avLst/>
          </a:prstGeom>
        </p:spPr>
      </p:pic>
      <p:pic>
        <p:nvPicPr>
          <p:cNvPr id="40" name="Picture 39" descr="A graph of a frequency&#10;&#10;AI-generated content may be incorrect.">
            <a:extLst>
              <a:ext uri="{FF2B5EF4-FFF2-40B4-BE49-F238E27FC236}">
                <a16:creationId xmlns:a16="http://schemas.microsoft.com/office/drawing/2014/main" id="{1F718073-18BC-CF6F-7625-02201F5A84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0444" y="3253491"/>
            <a:ext cx="1508760" cy="1508760"/>
          </a:xfrm>
          <a:prstGeom prst="rect">
            <a:avLst/>
          </a:prstGeom>
        </p:spPr>
      </p:pic>
      <p:pic>
        <p:nvPicPr>
          <p:cNvPr id="42" name="Picture 41" descr="A graph of a frequency&#10;&#10;AI-generated content may be incorrect.">
            <a:extLst>
              <a:ext uri="{FF2B5EF4-FFF2-40B4-BE49-F238E27FC236}">
                <a16:creationId xmlns:a16="http://schemas.microsoft.com/office/drawing/2014/main" id="{05A89091-E34E-89F1-134C-61C1D421EA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168" y="4793020"/>
            <a:ext cx="1508760" cy="150876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F1A9538-157C-4D5D-793D-5FCC7FF4671C}"/>
              </a:ext>
            </a:extLst>
          </p:cNvPr>
          <p:cNvSpPr txBox="1"/>
          <p:nvPr/>
        </p:nvSpPr>
        <p:spPr>
          <a:xfrm rot="21444643">
            <a:off x="-1891167" y="207780"/>
            <a:ext cx="206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Info Dataset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031A96-4916-6E41-999E-5A5943E7979B}"/>
              </a:ext>
            </a:extLst>
          </p:cNvPr>
          <p:cNvSpPr txBox="1"/>
          <p:nvPr/>
        </p:nvSpPr>
        <p:spPr>
          <a:xfrm rot="16200000">
            <a:off x="3553" y="3056770"/>
            <a:ext cx="989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 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23D099-FD21-3E7B-D7BA-10EC5EA8EE01}"/>
              </a:ext>
            </a:extLst>
          </p:cNvPr>
          <p:cNvSpPr txBox="1"/>
          <p:nvPr/>
        </p:nvSpPr>
        <p:spPr>
          <a:xfrm rot="16200000">
            <a:off x="7636272" y="2948077"/>
            <a:ext cx="992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 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D688DF-ABE2-5794-48D3-1A52DC45214F}"/>
              </a:ext>
            </a:extLst>
          </p:cNvPr>
          <p:cNvSpPr txBox="1"/>
          <p:nvPr/>
        </p:nvSpPr>
        <p:spPr>
          <a:xfrm>
            <a:off x="8800539" y="7817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701206-AEBB-837F-5A43-0F898801075D}"/>
              </a:ext>
            </a:extLst>
          </p:cNvPr>
          <p:cNvSpPr txBox="1"/>
          <p:nvPr/>
        </p:nvSpPr>
        <p:spPr>
          <a:xfrm>
            <a:off x="1240950" y="161318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0BD345-553E-F0F3-0BE0-90A466271162}"/>
              </a:ext>
            </a:extLst>
          </p:cNvPr>
          <p:cNvSpPr txBox="1"/>
          <p:nvPr/>
        </p:nvSpPr>
        <p:spPr>
          <a:xfrm>
            <a:off x="1201640" y="328426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9DDD68-8E12-6C2E-1252-5D0EE62563A1}"/>
              </a:ext>
            </a:extLst>
          </p:cNvPr>
          <p:cNvSpPr txBox="1"/>
          <p:nvPr/>
        </p:nvSpPr>
        <p:spPr>
          <a:xfrm>
            <a:off x="8837173" y="3189381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2</a:t>
            </a:r>
          </a:p>
        </p:txBody>
      </p:sp>
    </p:spTree>
    <p:extLst>
      <p:ext uri="{BB962C8B-B14F-4D97-AF65-F5344CB8AC3E}">
        <p14:creationId xmlns:p14="http://schemas.microsoft.com/office/powerpoint/2010/main" val="3112853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293</Words>
  <Application>Microsoft Office PowerPoint</Application>
  <PresentationFormat>Widescreen</PresentationFormat>
  <Paragraphs>57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Coppinger, Brittany</dc:creator>
  <cp:lastModifiedBy>Coppinger, Brittany</cp:lastModifiedBy>
  <cp:revision>2</cp:revision>
  <dcterms:created xsi:type="dcterms:W3CDTF">2025-02-12T15:24:38Z</dcterms:created>
  <dcterms:modified xsi:type="dcterms:W3CDTF">2025-02-12T19:33:07Z</dcterms:modified>
</cp:coreProperties>
</file>